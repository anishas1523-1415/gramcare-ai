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6032"/>
            <a:ext cx="7178040" cy="801014"/>
          </a:xfrm>
          <a:prstGeom prst="rect">
            <a:avLst/>
          </a:prstGeom>
        </p:spPr>
      </p:pic>
      <p:pic>
        <p:nvPicPr>
          <p:cNvPr id="3" name="Image 1" descr="/sessions/charming-quirky-dirac/mnt/outputs/gramcare_ppt/assets/anna_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301752"/>
            <a:ext cx="86868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2801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and Data Science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457200" y="1965960"/>
            <a:ext cx="112772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 Phase – I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2487168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Review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GramCare AI: An Offline-First AI Telemedicine Ecosystem for Rural Healthcare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365760" y="54406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No.:  16
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Supervisor: Mr. G.S. Pugalendhi
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Date: 20/07/2026 (FN)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92240" y="5074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Members: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720840" y="5440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Anish AS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464040" y="5440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 727823TUAD010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720840" y="5806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Dhamodhar 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464040" y="5806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 727823TUAD021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20840" y="6172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Gokul 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464040" y="6172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 727823TUAD033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114300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Problem: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and semi-urban India has no reliable way to get timely, trustworthy medical guidance close to home. Patients travel hours to reach a qualified doctor or self-medicate on guesswork — and mainstream telemedicine apps assume things rural households don't reliably have: constant internet, English literacy, and a personal smartphone.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Background: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shortage runs deep — rural India's doctor-to-patient ratio is 1:11,082 against the WHO's 1:1,000 benchmark, 74% of India's doctors practice in urban areas, and nearly 70% of specialist posts at rural Community Health Centres sit vacant. Add a shared family device, a regional-first language, and a village that loses signal mid-conversation, and most health-tech simply stops working.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the Problem: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care for treatable conditions pushes families toward expensive, preventable emergency escalations — and in a genuine crisis (a snakebite, a cardiac event, a difficult delivery) there is often no fast, trustworthy channel to reach a doctor or an ambulance in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deliver an offline-first, multilingual AI telemedicine ecosystem that gives every rural family — regardless of connectivity, literacy, or device count — a direct path from “something is wrong” to diagnosis, doctor, medicine, and emergency response.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Objectives: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11247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an AI symptom checker that reasons like a triage nurse — causes, home remedies, first aid, risk tier, and specialist referral — in the patient's own voice and language.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family member a personal, offline-first Health Wallet that syncs the moment connectivity returns, with zero duplicate or lost records.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full care loop — teleconsultation, e-prescription, pharmacy fulfillment, and stock-aware pharmacy search — without a single manual handoff.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“help is far away” into a GPS-tagged, hospital-routed SOS that escalates automatically if it goes unanswered.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4572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patient journey (register → triage → book &amp; pay → consult → prescribe → fulfill) verified across 15 integration workflows, 37/37 checks passing.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96/96 automated backend tests passing across authentication, family profiles, payments, pharmacy, and emergency modules.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degrades gracefully to a mock-response mode when external AI access is unavailable, so care guidance is never fully offline.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Goals – Mapping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97280"/>
            <a:ext cx="1417320" cy="1517904"/>
          </a:xfrm>
          <a:prstGeom prst="rect">
            <a:avLst/>
          </a:prstGeom>
          <a:solidFill>
            <a:srgbClr val="4C9F3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15214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HEALTH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WELL-BEING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206654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1920240" y="1097280"/>
            <a:ext cx="9784080" cy="1517904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1170432"/>
            <a:ext cx="9509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“Universal Health Coverage for Underserved Communities”
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triage, teleconsultation, e-prescriptions, and emergency SOS reach rural households living with a 1:11,082 doctor-to-patient ratio — a direct, measurable close of a life-critical access gap.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2670048"/>
            <a:ext cx="1417320" cy="1517904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7249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48640" y="312724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INDUSTRY, INNOVATION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INFRASTRUCTURE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36393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1920240" y="2670048"/>
            <a:ext cx="9784080" cy="1517904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57400" y="2743200"/>
            <a:ext cx="9509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“Resilient Digital Health Infrastructure”
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offline-first, idempotent-sync architecture is engineered for the 100,000+ Indian villages with unreliable connectivity, providing the foundational infrastructure for telemedicine at the last mile.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4242816"/>
            <a:ext cx="1417320" cy="1517904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297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48640" y="470001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INEQUALITIES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5212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1920240" y="4242816"/>
            <a:ext cx="9784080" cy="1517904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57400" y="4315968"/>
            <a:ext cx="950976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“Closing the Rural-Urban Health Divide”
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Tamil-first voice interaction, shared-device family profiles, and low-cost AI triage remove the literacy, language, and device-ownership barriers that lock rural households out of quality care.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11430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Offline-First Electronic Health Record for Vulnerable Populations: A Mixed-Methods Feasibility Study </a:t>
            </a:r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Ashista et al. — PLOS Digital Health, 2026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offline-first EHR design measurably helps low-resource clinics, but flags multi-sync-per-encounter as a failure point. GramCare AI addresses this directly with idempotent, UUID-keyed, single-batch sync rather than continuous incremental sync.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286000"/>
            <a:ext cx="11430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Disconnected Data: mHealth Data Systems and Challenges for Primary Health Care Workers in India </a:t>
            </a:r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Garo Hills, Meghalaya field study — ScienceDirect, 2025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how naive mHealth transitions in rural India create data-entry duplication and unreliable offline functionality. Confirms the exact failure mode GramCare AI's offline queue and conflict-free sync design is engineered to avoid.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520440"/>
            <a:ext cx="11430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Artificial Intelligence in Rural Healthcare Delivery: Bridging Gaps and Enhancing Equity through Innovation </a:t>
            </a:r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arXiv, 2025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AI's potential to close rural care gaps but notes most deployments stop at single-symptom triage in isolation. GramCare AI extends this into a full closed loop — triage, consultation, records, medicine, and emergency response.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11430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SymptomAI: Toward a Conversational AI Agent for Everyday Symptom Assessment </a:t>
            </a:r>
            <a:pPr algn="l"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arXiv, 2026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adaptive question-selection to maximize diagnostic value per patient turn. GramCare AI's Gemini-backed triage applies the same principle while adding voice-first regional-language input and automatic critical-risk escalation to SOS.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Technology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399032"/>
            <a:ext cx="11247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teleconsultation apps (e.g. government e-Sanjeevani-style platforms, private consult apps) connect patients to doctors by video or chat, built primarily for urban, high-literacy, always-connected users.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AI symptom checkers analyze text symptoms in isolation — no family wallet, no pharmacy link, no emergency path, and no offline mode.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2770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118104"/>
            <a:ext cx="11247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 assume a family sharing one device, a patient who speaks only Tamil, or a village that loses signal mid-session — the three conditions that actually define rural India.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records, medicine, and emergency response live in separate apps with no shared identity, forcing patients to repeat their story at every step.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4897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Trends: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483717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of on-device AI-assisted triage, offline-first local storage with idempotent cloud sync, and WebRTC teleconsultation is making single-app, connectivity-resilient health ecosystems newly viable on low-cost Android hardware.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Work / Methodology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11430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Offline-First Patient &amp; Family Layer: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mobile app with encrypted local storage gives every family member a personal, color-coded Health Wallet and runs the AI Symptom Checker fully on-device when offline, queuing changes for idempotent, UUID-keyed sync the instant connectivity returns.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11430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Triage &amp; Consultation Layer: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symptoms — voice or text, Tamil or English — reach a Gemini-backed FastAPI triage engine that returns a structured risk tier, probable causes, home remedies, first aid, and specialist referral; critical-risk results auto-trigger Emergency SOS, while other cases route into WebRTC video consultation with a matched doctor.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4297680"/>
            <a:ext cx="11430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Care-Loop Closure Layer: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doctor's e-prescription writes into the patient's wallet and the pharmacy fulfillment queue in one transaction; Razorpay-secured pay-before-book enforcement and a responder-scoped SOS broadcast close the loop from symptom to medicine to emergency response without a manual handoff.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Work / Methodology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11430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offline-first family health records, voice-first regional-language AI triage, pay-gated teleconsultation, pharmacy-integrated e-prescriptions, and GPS-escalating emergency SOS in one connected ecosystem — with an AI Doctor Assistant that pre-summarizes a patient's history before the doctor joins the call, and a Community Health Intelligence layer that turns anonymized triage patterns into early-warning signals for health authorities.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5760" y="2788920"/>
            <a:ext cx="11430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production-grade open frameworks — FastAPI, PostgreSQL, Next.js, Flutter, Node/Socket.io, and the Gemini API — containerized with Docker Compose and a four-service deployment blueprint; runs today on standard cloud infrastructure with no proprietary dependencies.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65760" y="4480560"/>
            <a:ext cx="11430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planning synthesis → architecture &amp; data-model design → phased module implementation (auth → family → wallet → doctor &amp; payments → pharmacy → SOS → localization → AI depth) → live cross-module integration verification → hardening &amp; pilot deployment.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14300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telemedicine platform already verified end-to-end — 96/96 backend tests passing and 37/37 cross-module integration checks passing across authentication, wallet, AI triage, consultation, payments, pharmacy fulfillment, and emergency SOS on a live Docker stack.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rural families a single trusted door to healthcare — symptom to specialist to medicine to emergency response — in their own language, on a shared device, without needing continuous internet. Reduces preventable emergency escalations and the cost and time burden of traveling for care.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pilot deployment with local hospitals and pharmacy networks; a Community Health Intelligence dashboard for health departments to spot condition clusters early; a reusable offline-first health-tech blueprint for other low-connectivity regions.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"/>
            <a:ext cx="2148840" cy="6300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713232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96596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9164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514600" y="1691640"/>
            <a:ext cx="3005328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87752" y="1691640"/>
            <a:ext cx="2859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(Next.js)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+ Doctor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9656" y="1691640"/>
            <a:ext cx="3005328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02808" y="1691640"/>
            <a:ext cx="2859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Dashboard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44712" y="1691640"/>
            <a:ext cx="3005328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7864" y="1691640"/>
            <a:ext cx="2859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(Flutter)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Hive Store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14600" y="2560320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761488"/>
            <a:ext cx="196596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76148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Realtime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514600" y="2761488"/>
            <a:ext cx="4562856" cy="868680"/>
          </a:xfrm>
          <a:prstGeom prst="rect">
            <a:avLst/>
          </a:prstGeom>
          <a:solidFill>
            <a:srgbClr val="E2F0D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87752" y="2761488"/>
            <a:ext cx="4416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Auth, Triage,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Payments, Pharmacy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87184" y="2761488"/>
            <a:ext cx="4562856" cy="868680"/>
          </a:xfrm>
          <a:prstGeom prst="rect">
            <a:avLst/>
          </a:prstGeom>
          <a:solidFill>
            <a:srgbClr val="E2F0D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0336" y="2761488"/>
            <a:ext cx="4416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Signaling — WebRTC +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Broadcast (Socket.io)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514600" y="3630168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831336"/>
            <a:ext cx="196596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831336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Layer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514600" y="3831336"/>
            <a:ext cx="3005328" cy="868680"/>
          </a:xfrm>
          <a:prstGeom prst="rect">
            <a:avLst/>
          </a:prstGeom>
          <a:solidFill>
            <a:srgbClr val="EAD9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87752" y="3831336"/>
            <a:ext cx="2859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Family, Payments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29656" y="3831336"/>
            <a:ext cx="3005328" cy="868680"/>
          </a:xfrm>
          <a:prstGeom prst="rect">
            <a:avLst/>
          </a:prstGeom>
          <a:solidFill>
            <a:srgbClr val="EAD9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02808" y="3831336"/>
            <a:ext cx="2859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OCR, Doctor Assist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744712" y="3831336"/>
            <a:ext cx="3005328" cy="868680"/>
          </a:xfrm>
          <a:prstGeom prst="rect">
            <a:avLst/>
          </a:prstGeom>
          <a:solidFill>
            <a:srgbClr val="EAD9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17864" y="3831336"/>
            <a:ext cx="2859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514600" y="47000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4901184"/>
            <a:ext cx="196596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4901184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Layer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2514600" y="4901184"/>
            <a:ext cx="2226564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587752" y="4901184"/>
            <a:ext cx="20802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50892" y="4901184"/>
            <a:ext cx="2226564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24044" y="4901184"/>
            <a:ext cx="20802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+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E-Prescription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187184" y="4901184"/>
            <a:ext cx="2226564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60336" y="4901184"/>
            <a:ext cx="20802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523476" y="4901184"/>
            <a:ext cx="2226564" cy="868680"/>
          </a:xfrm>
          <a:prstGeom prst="rect">
            <a:avLst/>
          </a:prstGeom>
          <a:solidFill>
            <a:srgbClr val="DCE6F7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596628" y="4901184"/>
            <a:ext cx="20802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Foundation: Auth, Roles &amp; Family Profiles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(Live &amp; Verified)</a:t>
            </a:r>
            <a:endParaRPr lang="en-US" sz="14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across five roles (Patient/Doctor/Pharmacist/Hospital/Admin), family-scoped access applied through every feature.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5760" y="2075688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AI Symptom Checker &amp; Health Wallet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(Live &amp; Verified)</a:t>
            </a:r>
            <a:endParaRPr lang="en-US" sz="14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Gemini-backed triage with severity tiers, causes, remedies, and specialist referral; offline-first, per-member Health Wallet syncing via idempotent UUID batches.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65760" y="3099816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Doctor Consultation &amp; Payments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(Live &amp; Verified)</a:t>
            </a:r>
            <a:endParaRPr lang="en-US" sz="14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directory, pay-before-book enforcement via Razorpay, WebRTC video consultation, and digital e-prescriptions flowing straight into the pharmacy queue.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65760" y="4123944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– Pharmacy &amp; Emergency Intelligence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(Live &amp; Verified)</a:t>
            </a:r>
            <a:endParaRPr lang="en-US" sz="14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Geo-aware pharmacy search with stock-based availability, prescription fulfillment with auto-decrement, and GPS-escalating SOS with hospital routing and family SMS fallback.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5760" y="5148072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– Accessibility, Analytics &amp; Hardening</a:t>
            </a:r>
            <a:pPr algn="l" indent="0" marL="0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(Active Development)</a:t>
            </a:r>
            <a:endParaRPr lang="en-US" sz="14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Tamil-first localization, voice input/output, AI Doctor Assistant pre-consult summaries, Community Health Intelligence clustering, and production hardening.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Implementation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932688"/>
            <a:ext cx="5989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Family Profiles — Implementation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with Alembic migrations; bcrypt password hashing; JWT issuance shared identically between FastAPI and the Node signaling service so a single token authenticates REST calls and WebRTC/Socket.io sessions alike.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Family Scoping: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guards on every sensitive route (Patient/Doctor/Pharmacist/Hospital/Admin); a Family Profile API lets one login manage multiple member profiles — “one box per member” — with triage, wallet, booking, vitals, and SOS all scoped to the active profile.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388620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backend tests cover auth, family CRUD, and cross-module scoping; the profile switcher is live on both web and mobile with offline-cached selection.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65760" y="5166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FastAPI, PostgreSQL/Neon, Alembic, bcrypt, JWT (shared secret), pytest — module implemented, tested, and integration-verified.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 Identified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11247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IEEE International Conference on e-Health Networking, Application &amp; Services (IEEE Healthcom)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IEEE venue for telemedicine systems, remote patient monitoring, and digital health networking — directly aligned with GramCare AI's teleconsultation and offline-sync contribution.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11247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ACM SIGCAS Conference on Computing and Sustainable Societies (ACM COMPASS)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ACM venue for ICT-for-development and computing for health equity in low-resource settings — matches GramCare AI's rural-first, offline-first design thesis precisely.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11247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IEEE-EMBS International Conference on Biomedical and Health Informatics (IEEE BHI)
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flagship venue for AI-driven health informatics and clinical decision-support systems — relevant if GramCare AI's triage-accuracy and Community Health Intelligence results are strong enough to lead the paper's contribution.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"/>
            <a:ext cx="2148840" cy="6300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713232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Frame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91640"/>
          <a:ext cx="11521440" cy="4480560"/>
        </p:xfrm>
        <a:graphic>
          <a:graphicData uri="http://schemas.openxmlformats.org/drawingml/2006/table">
            <a:tbl>
              <a:tblPr/>
              <a:tblGrid>
                <a:gridCol w="2286000"/>
                <a:gridCol w="1847088"/>
                <a:gridCol w="1847088"/>
                <a:gridCol w="1847088"/>
                <a:gridCol w="1847088"/>
                <a:gridCol w="1847088"/>
              </a:tblGrid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9D9D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planning synthesis,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&amp; data-model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7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(Auth, Family, Wallet, AI Triage)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mobile +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— 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7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Consultation,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Pharmacy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WebRTC, Razorpay,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pharmacy intelligence — 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7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SOS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SOS, escalation,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+ voice — 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7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Hardening,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Pilot Readiness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96/96 tests, 37/37 checks,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deploy-ready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7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"/>
            <a:ext cx="2148840" cy="6300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713232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Breakdown: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5120640" cy="393192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Next.js, React,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Flutter, 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(Open-source)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 — triage &amp; 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(developer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(test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(Sandbox)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 — Render / Neon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(pilot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– ₹1,500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Domain, Printing &amp;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 – ₹5,000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806440" y="1965960"/>
            <a:ext cx="6035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06440" y="1965960"/>
            <a:ext cx="1371600" cy="1965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0" y="1965960"/>
            <a:ext cx="1280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60920" y="2057400"/>
            <a:ext cx="43434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laptops for full-stack + mobile development.</a:t>
            </a:r>
            <a:endParaRPr lang="en-US" sz="1150" dirty="0"/>
          </a:p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test devices for offline/Hive validation.</a:t>
            </a:r>
            <a:endParaRPr lang="en-US" sz="1150" dirty="0"/>
          </a:p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version control + CI/CD (GitHub Actions).</a:t>
            </a:r>
            <a:endParaRPr lang="en-US" sz="1150" dirty="0"/>
          </a:p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for containerized multi-service local development.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06440" y="416052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06440" y="4160520"/>
            <a:ext cx="1371600" cy="1737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2"/>
          <p:cNvSpPr/>
          <p:nvPr/>
        </p:nvSpPr>
        <p:spPr>
          <a:xfrm>
            <a:off x="5852160" y="416052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60920" y="425196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Self-funded by team members.</a:t>
            </a:r>
            <a:endParaRPr lang="en-US" sz="1150" dirty="0"/>
          </a:p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College Research &amp; Development Fund (if required).</a:t>
            </a:r>
            <a:endParaRPr lang="en-US" sz="1150" dirty="0"/>
          </a:p>
          <a:p>
            <a:pPr algn="l"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Potential: Gemini API / cloud platform student credits for pilot-scale hosting.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Reference(s)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H. Ashista, A. Santiago Comas, T. Selby, M. Y. Essar, J. Alawa, S. Al-Hajj, and E. Nelson, “An offline-first electronic health record for vulnerable populations: A mixed-methods feasibility study,” PLOS Digital Health, vol. 5, no. 2, 2026.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“Disconnected Data: mHealth data systems and challenges for primary health care workers in India,” field study, West Garo Hills, Meghalaya, ScienceDirect, 2025.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383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“Artificial Intelligence in Rural Healthcare Delivery: Bridging Gaps and Enhancing Equity through Innovation,” arXiv preprint, 2025.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4526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“SymptomAI: Toward a Conversational AI Agent for Everyday Symptom Assessment,” arXiv preprint, 2026.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harming-quirky-dirac/mnt/outputs/gramcare_ppt/assets/head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64592"/>
            <a:ext cx="2148840" cy="630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64592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Reference(s)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200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20-07-2026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26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Dept. of AI&amp;DS | PWP-I | Batch - 16 | First Review |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“Health Dynamics of India (Infrastructure &amp; Human Resources) 2022–23,” National Health Systems Resource Centre / rural CHC specialist vacancy data.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Indian Journal of Medical Research, “Doctor population ratio for India – the reality,” rural vs. urban doctor-to-patient ratio analysis.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38328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India Telemedicine Market Size &amp; Growth Report, and rural internet-penetration statistics, industry market research, 2025–26.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5184648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Digital Mission (ABDM) — India's national digital health infrastructure framework.</a:t>
            </a:r>
            <a:endParaRPr lang="en-US" sz="13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Health Workforce Statistics — doctor-density benchmarks and methodology.</a:t>
            </a:r>
            <a:endParaRPr lang="en-US" sz="13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Flutter, and WebRTC official documentation — core frameworks used in implementation.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GramCare AI - Project Work Phase I - First Review</dc:title>
  <dc:subject>PptxGenJS Presentation</dc:subject>
  <dc:creator>Anish AS</dc:creator>
  <cp:lastModifiedBy>Anish AS</cp:lastModifiedBy>
  <cp:revision>1</cp:revision>
  <dcterms:created xsi:type="dcterms:W3CDTF">2026-07-19T15:17:37Z</dcterms:created>
  <dcterms:modified xsi:type="dcterms:W3CDTF">2026-07-19T15:17:37Z</dcterms:modified>
</cp:coreProperties>
</file>